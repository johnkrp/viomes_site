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C6A8"/>
    <a:srgbClr val="807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68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9D0E-3B10-2A41-B713-4E4C31A6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6A13B-EC79-0847-855E-0D116F78D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1A04B-BFD4-1EBB-DFFD-8D6F6008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C9FC3-A2CF-0ADE-BAFF-B1C7B1FE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7840F-2319-9C86-593F-C764A66F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8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421C-143F-F70E-5D7E-6F47C5A27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222FA-263E-A4F3-7FCE-A3C5E7D46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4650-AD2D-D49F-122E-2FBDEE88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EBB72-8495-9B61-3E4A-9BEA83C4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2403C-3EDF-1EC3-A8F8-AC5BD06D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7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B94D2-5FCB-3B89-03FE-E5A4633EC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4C680-85E2-88BC-9222-A5A627815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A6C84-63D7-FF5E-F66E-B3E6363F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FFA0-971E-2A84-8475-5B46EF45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F23A5-FD92-69BC-9667-64291A02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6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1523-2F20-435D-F0E4-069C05DA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E93CA-0832-683D-F0DC-8BBAB718F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0426E-C190-7117-AC96-1E87EF261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9BDB7-65C8-74DB-4B45-DEB64BA3D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40B59-217E-60B1-EB63-DE6C66B2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AE419-1AA2-6979-38B5-929AC2A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5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B285E-4839-E67B-D6F5-5BF863D6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EA14E-72D6-2AB6-C446-C4374EBBC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8325E-5781-ACC6-DE52-2513EB763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A85B8-5C0F-A184-933F-FE1F65341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28CFB-A02B-DD70-AAD4-9124E0EAE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D792C-2762-F6AF-36EF-8D75BE43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28CEB-D0EF-B0A3-1BE9-BC143959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8F5EB-FDEB-727E-18DE-270CDEC14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30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84BB-4FF0-1166-E311-1DA2FE9E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DB1F5-103F-BF68-340A-B2C9C984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517C4-13D5-35AA-B0F0-2D522AE4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1D7EA-3D18-463B-D1C3-9A0C4DF1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7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DBD8B-D4C0-8FE2-BFE6-8838FE25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0712D-65CA-E412-2541-68A61EAF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F80E1-4BFF-1A0C-9BAB-D38F7DB8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6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CD78-FC05-49BB-6CF5-CFCE2204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B035-5CFD-05CE-F937-349D485EF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4BABC-9F5D-C8F9-8E78-2836E5366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94302-372E-D8A9-8CD5-338565C3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6A9DB-8443-5F90-7D81-96EF57AB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5E895-FC36-D6F4-FCD7-AFD6E588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1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0992-B775-2E32-C7BA-DB255E5D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BABAC-4E0B-D632-6513-13751C3A2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D9B52-ADA1-3B32-84BD-133424D7C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14684-1C4A-3185-078D-7291167AE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2E835-C4A9-040C-29C7-29A77C80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1F0C3-EC18-80B7-65B2-0332CECB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3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5394-4DA4-7182-666F-6E67DFB1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79767-6AC7-3783-1D8D-3E40ACB7B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1FC00-F5CC-D8C7-8985-DFB3E433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4368-BF9C-6405-AA98-10AD14B3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F7EF4-EAFE-1590-261E-83693A85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1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6BD0A-A90D-5011-8630-B525970EC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76BDD-BC1F-5267-E53D-5A649FD3A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EFCA0-0CFB-0D8D-94EA-35309A65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A55D4-E529-44F5-FE62-CBFF625C1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FDB21-C69C-9665-0FAB-CAE916AC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2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AE100-453B-3876-5331-62007CAB7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D775D-E68A-9870-0ED0-2B43D9AF9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CD253-F27F-ABBA-84F1-C047B4A84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7D2FB-D6D5-48A2-B04C-3D87634BC08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F7C75-A091-08F7-9447-63BA4019F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14093-22AB-141C-153A-C03419129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7CC38-34A5-404A-89A0-24EBCFD765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8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72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6962B-ED6A-AADC-4F08-CF8BEE12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8F1FD0-7B32-29AF-3E9E-E7BC98F8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86" t="2127" r="1222" b="65759"/>
          <a:stretch>
            <a:fillRect/>
          </a:stretch>
        </p:blipFill>
        <p:spPr>
          <a:xfrm>
            <a:off x="9280478" y="5007131"/>
            <a:ext cx="2679510" cy="16848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FCE3AF-C5E0-B01C-8DFC-F050BA67B31C}"/>
              </a:ext>
            </a:extLst>
          </p:cNvPr>
          <p:cNvSpPr txBox="1"/>
          <p:nvPr/>
        </p:nvSpPr>
        <p:spPr>
          <a:xfrm>
            <a:off x="5519974" y="6477178"/>
            <a:ext cx="1874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22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made by design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C3C08E-D2DA-3A5D-4E34-66142E6B4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008" y="6267976"/>
            <a:ext cx="622168" cy="1898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D92BC5-64E9-3842-B2DB-E48677870071}"/>
              </a:ext>
            </a:extLst>
          </p:cNvPr>
          <p:cNvSpPr txBox="1"/>
          <p:nvPr/>
        </p:nvSpPr>
        <p:spPr>
          <a:xfrm>
            <a:off x="7488291" y="6204490"/>
            <a:ext cx="1406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&amp;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Manufactured by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32C51BE-B9CA-14A6-AABB-08B908A681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363" r="-2" b="-2"/>
          <a:stretch>
            <a:fillRect/>
          </a:stretch>
        </p:blipFill>
        <p:spPr>
          <a:xfrm flipH="1">
            <a:off x="269376" y="4649337"/>
            <a:ext cx="4867031" cy="198869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D52BE91-8EE2-82BE-7B3C-76C6D778EF04}"/>
              </a:ext>
            </a:extLst>
          </p:cNvPr>
          <p:cNvSpPr txBox="1"/>
          <p:nvPr/>
        </p:nvSpPr>
        <p:spPr>
          <a:xfrm>
            <a:off x="7613408" y="4484809"/>
            <a:ext cx="48237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Προϊόντα με σύγχρονη αισθητική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DEB6B0-7475-3A2C-B9DF-915879FB78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727" y="5152174"/>
            <a:ext cx="2044308" cy="13120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EB2D42-7AD1-CD77-B732-78B58EDC5A2C}"/>
              </a:ext>
            </a:extLst>
          </p:cNvPr>
          <p:cNvSpPr txBox="1"/>
          <p:nvPr/>
        </p:nvSpPr>
        <p:spPr>
          <a:xfrm rot="16200000">
            <a:off x="-762594" y="4912680"/>
            <a:ext cx="267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venir Next LT Pro" panose="020B05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GUSTO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39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CE743B-B9E0-0756-7646-253053139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649" t="830" b="6103"/>
          <a:stretch>
            <a:fillRect/>
          </a:stretch>
        </p:blipFill>
        <p:spPr>
          <a:xfrm>
            <a:off x="8194261" y="0"/>
            <a:ext cx="3997739" cy="68555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4C6926A-45F5-780C-4012-77D7F45D1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7" y="192083"/>
            <a:ext cx="820512" cy="5266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633AC8-B431-B52F-C2E8-FAFB7A3A73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3" t="37983" r="491" b="8962"/>
          <a:stretch>
            <a:fillRect/>
          </a:stretch>
        </p:blipFill>
        <p:spPr>
          <a:xfrm>
            <a:off x="1740277" y="3957362"/>
            <a:ext cx="567087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A03727-5FF1-89BA-6B97-F138A0F78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4947" y="3534241"/>
            <a:ext cx="859611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6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72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9436C-3379-F97F-41EA-446B31BE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E54B60F-EC4B-2D29-6BEA-15B407003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62" y="3108764"/>
            <a:ext cx="1419202" cy="9108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BDB45E-0C8C-0D5A-F6D3-77580B944E06}"/>
              </a:ext>
            </a:extLst>
          </p:cNvPr>
          <p:cNvSpPr txBox="1"/>
          <p:nvPr/>
        </p:nvSpPr>
        <p:spPr>
          <a:xfrm>
            <a:off x="413781" y="4032184"/>
            <a:ext cx="17606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spc="22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made by design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33961C-1F3A-62A0-D925-1F372CF42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21" y="4853412"/>
            <a:ext cx="1220289" cy="3724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9897E6-B04F-1026-2515-3A14D741ACE7}"/>
              </a:ext>
            </a:extLst>
          </p:cNvPr>
          <p:cNvSpPr txBox="1"/>
          <p:nvPr/>
        </p:nvSpPr>
        <p:spPr>
          <a:xfrm>
            <a:off x="129537" y="4446511"/>
            <a:ext cx="1221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&amp;</a:t>
            </a:r>
          </a:p>
          <a:p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Manufactured by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F9EACE-9965-3BA0-A5F3-51C2A6743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3" t="3598" r="3291" b="4336"/>
          <a:stretch>
            <a:fillRect/>
          </a:stretch>
        </p:blipFill>
        <p:spPr>
          <a:xfrm rot="5400000">
            <a:off x="9816294" y="3100160"/>
            <a:ext cx="2215828" cy="23677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B962E2-0A4F-48E2-563E-DFE8DB0C56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66" t="29021" r="16055" b="13078"/>
          <a:stretch>
            <a:fillRect/>
          </a:stretch>
        </p:blipFill>
        <p:spPr>
          <a:xfrm>
            <a:off x="7107582" y="3154017"/>
            <a:ext cx="2447235" cy="22352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390CC5-CE7D-1162-9D26-07283D356F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03" t="4108" r="17711" b="40903"/>
          <a:stretch>
            <a:fillRect/>
          </a:stretch>
        </p:blipFill>
        <p:spPr>
          <a:xfrm rot="5400000">
            <a:off x="4565374" y="3014872"/>
            <a:ext cx="2248452" cy="25090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E78279-14FC-B8B8-08D1-2C2BB8004A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6" t="2363" r="17644" b="14573"/>
          <a:stretch>
            <a:fillRect/>
          </a:stretch>
        </p:blipFill>
        <p:spPr>
          <a:xfrm>
            <a:off x="1946759" y="3131256"/>
            <a:ext cx="2343112" cy="224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19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Avenir Next LT Pro</vt:lpstr>
      <vt:lpstr>Avenir Next LT Pro Light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Eleni Spilianaki</dc:creator>
  <cp:lastModifiedBy>Eleni Spilianaki</cp:lastModifiedBy>
  <cp:revision>2</cp:revision>
  <dcterms:created xsi:type="dcterms:W3CDTF">2026-05-04T14:23:45Z</dcterms:created>
  <dcterms:modified xsi:type="dcterms:W3CDTF">2026-05-04T16:44:47Z</dcterms:modified>
</cp:coreProperties>
</file>